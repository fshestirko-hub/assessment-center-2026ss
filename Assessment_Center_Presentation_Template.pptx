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81" r:id="rId5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CAFC65-CF18-4519-8C5D-309BC0A1460A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0372"/>
    <a:srgbClr val="FFFFFF"/>
    <a:srgbClr val="FFFFF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FB2BD-F5BE-7196-7B67-2C84F8DAF0D0}" v="75" dt="2026-03-22T09:22:24.253"/>
    <p1510:client id="{4060584E-67A3-DB3A-648F-64FDBDE34A71}" v="536" dt="2026-03-21T22:22:13.588"/>
    <p1510:client id="{4D5F9AD9-A1FA-E243-A27F-6E90385F380A}" v="92" dt="2026-03-21T21:21:44.371"/>
    <p1510:client id="{677F3825-79E5-C142-8BC3-EAEC46A5C5FD}" v="14" dt="2026-03-22T07:54:37.772"/>
    <p1510:client id="{DB554386-EFEA-6AF3-520E-3D9F734244A2}" v="14" dt="2026-03-22T02:09:17.5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275319-153D-2CE6-CFCA-31101FDCF9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0A773-C811-E527-845B-F30C08FAA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EF6D2-E6B4-0E4E-9C7F-7860D4B9B09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ABAF7-03E0-B6C8-3D69-C49763FE2E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Company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93D85-FA4F-D517-38F0-ED1BD3D758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46286-6B2C-FF48-BA02-9D8EE25C0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6403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2EB77-8E1B-BF44-A7E2-76F3A6B89AD6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Company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A02C7-FE1E-584A-BAA2-BBB12E598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4553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D9256-5050-30AD-BFC9-97363F0BF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B50B9-5397-71FB-2E9E-95E10F89C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E6745-5A3D-E8A1-B226-2FE7A532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52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D9256-5050-30AD-BFC9-97363F0BF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12" y="136525"/>
            <a:ext cx="9144000" cy="2387600"/>
          </a:xfrm>
        </p:spPr>
        <p:txBody>
          <a:bodyPr anchor="t"/>
          <a:lstStyle>
            <a:lvl1pPr algn="l">
              <a:defRPr sz="8800" b="1" i="0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B50B9-5397-71FB-2E9E-95E10F89C7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112" y="3429000"/>
            <a:ext cx="9144000" cy="58819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LUMOS X YOUR COMPANY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97B80-B0EC-5609-82A4-6FD45D9D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4112" y="401719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E6745-5A3D-E8A1-B226-2FE7A532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45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D9256-5050-30AD-BFC9-97363F0BF3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111" y="136525"/>
            <a:ext cx="9832851" cy="1392238"/>
          </a:xfrm>
        </p:spPr>
        <p:txBody>
          <a:bodyPr anchor="t"/>
          <a:lstStyle>
            <a:lvl1pPr algn="l">
              <a:defRPr sz="8800" b="1" i="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{Company}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B50B9-5397-71FB-2E9E-95E10F89C7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112" y="3429000"/>
            <a:ext cx="9144000" cy="5881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LUMOS X YOUR COMPANY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97B80-B0EC-5609-82A4-6FD45D9D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4112" y="401719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E6745-5A3D-E8A1-B226-2FE7A532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E44D013-9BE8-D5BB-09CA-BBF6828AE609}"/>
              </a:ext>
            </a:extLst>
          </p:cNvPr>
          <p:cNvSpPr txBox="1">
            <a:spLocks/>
          </p:cNvSpPr>
          <p:nvPr userDrawn="1"/>
        </p:nvSpPr>
        <p:spPr>
          <a:xfrm>
            <a:off x="149349" y="1671637"/>
            <a:ext cx="9832851" cy="13922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b="1" i="0" kern="1200">
                <a:solidFill>
                  <a:schemeClr val="accent5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endParaRPr lang="en-US" sz="7200" b="1" i="0">
              <a:solidFill>
                <a:schemeClr val="accent1"/>
              </a:solidFill>
              <a:latin typeface="Montserrat SemiBold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ED7C3A-F434-277F-8375-FE9CC73CB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349" y="1671637"/>
            <a:ext cx="10323996" cy="13779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94957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77F6B-08A6-51C3-880D-9987AE394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278145"/>
          </a:xfrm>
        </p:spPr>
        <p:txBody>
          <a:bodyPr/>
          <a:lstStyle/>
          <a:p>
            <a:r>
              <a:rPr lang="en-US"/>
              <a:t>Add 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F72F2-D4EE-9897-C51F-D5AF2F5E9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676"/>
            <a:ext cx="10515600" cy="4332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9FB11-1BDE-017B-5EBE-AD2E7282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F72F2-D4EE-9897-C51F-D5AF2F5E9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675"/>
            <a:ext cx="10515600" cy="4310269"/>
          </a:xfrm>
          <a:noFill/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77F6B-08A6-51C3-880D-9987AE394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278145"/>
          </a:xfrm>
        </p:spPr>
        <p:txBody>
          <a:bodyPr/>
          <a:lstStyle/>
          <a:p>
            <a:r>
              <a:rPr lang="en-US"/>
              <a:t>Add a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9FB11-1BDE-017B-5EBE-AD2E7282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7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600991-4794-F705-92A8-F99186221F25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F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77F6B-08A6-51C3-880D-9987AE394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5125"/>
            <a:ext cx="4021477" cy="1710255"/>
          </a:xfrm>
        </p:spPr>
        <p:txBody>
          <a:bodyPr>
            <a:no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F72F2-D4EE-9897-C51F-D5AF2F5E9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44674"/>
            <a:ext cx="5257800" cy="4332289"/>
          </a:xfrm>
          <a:noFill/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FFFFFF"/>
                </a:solidFill>
                <a:latin typeface="DM Sans 14pt" pitchFamily="2" charset="77"/>
                <a:ea typeface="Inter Medium" panose="02000503000000020004" pitchFamily="2" charset="0"/>
                <a:cs typeface="Inter Medium" panose="02000503000000020004" pitchFamily="2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9FB11-1BDE-017B-5EBE-AD2E7282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F72F2-D4EE-9897-C51F-D5AF2F5E9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675"/>
            <a:ext cx="10515600" cy="4332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9FB11-1BDE-017B-5EBE-AD2E7282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44E28E8-DE9C-A18A-9DED-0F1BB6CC76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977899"/>
            <a:ext cx="10515600" cy="674689"/>
          </a:xfrm>
        </p:spPr>
        <p:txBody>
          <a:bodyPr/>
          <a:lstStyle>
            <a:lvl1pPr marL="0" indent="0">
              <a:buNone/>
              <a:defRPr sz="2000" b="0" i="0">
                <a:solidFill>
                  <a:schemeClr val="accent2"/>
                </a:solidFill>
                <a:latin typeface="DM Sans 14pt Light" pitchFamily="2" charset="77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solidFill>
                  <a:schemeClr val="accent2"/>
                </a:solidFill>
                <a:latin typeface="DM Sans 14pt Light" pitchFamily="2" charset="77"/>
              </a:defRPr>
            </a:lvl2pPr>
            <a:lvl3pPr>
              <a:defRPr b="0" i="0">
                <a:solidFill>
                  <a:schemeClr val="accent2"/>
                </a:solidFill>
                <a:latin typeface="DM Sans 14pt Light" pitchFamily="2" charset="77"/>
              </a:defRPr>
            </a:lvl3pPr>
            <a:lvl4pPr>
              <a:defRPr b="0" i="0">
                <a:solidFill>
                  <a:schemeClr val="accent2"/>
                </a:solidFill>
                <a:latin typeface="DM Sans 14pt Light" pitchFamily="2" charset="77"/>
              </a:defRPr>
            </a:lvl4pPr>
            <a:lvl5pPr>
              <a:defRPr b="0" i="0">
                <a:solidFill>
                  <a:schemeClr val="accent2"/>
                </a:solidFill>
                <a:latin typeface="DM Sans 14pt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0A99B4A-3526-BE44-875C-A871D4E8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46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8283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650C-89E5-7CE1-D4B4-6BFEC9A54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Meet the Team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D0206-CEEC-65C5-4703-CBFD1252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61776E-09A8-4E32-D5C2-29803FF4038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55091" y="1946870"/>
            <a:ext cx="1800000" cy="1800000"/>
          </a:xfrm>
          <a:prstGeom prst="ellipse">
            <a:avLst/>
          </a:prstGeom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2C9B8E2-4BB9-4B42-15C5-999ADAD38E46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714752" y="1946870"/>
            <a:ext cx="1800000" cy="1800000"/>
          </a:xfrm>
          <a:prstGeom prst="ellipse">
            <a:avLst/>
          </a:prstGeom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E8F4079-7F71-548B-EFFD-42424F76661C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677250" y="1946870"/>
            <a:ext cx="1800000" cy="1800000"/>
          </a:xfrm>
          <a:prstGeom prst="ellipse">
            <a:avLst/>
          </a:prstGeom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145F606-8A8A-6373-4BA9-4235B6D888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9084634" y="1946870"/>
            <a:ext cx="1800000" cy="1800000"/>
          </a:xfrm>
          <a:prstGeom prst="ellipse">
            <a:avLst/>
          </a:prstGeom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0EEAD3BD-EF9A-1498-504F-EA6BF5AABBB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307366" y="3974270"/>
            <a:ext cx="1695450" cy="414338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ED729DFA-E034-88E4-BD0A-21672EDFF66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714752" y="3974270"/>
            <a:ext cx="1695450" cy="414338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2061D943-22A6-2FAD-16D0-F095692CC06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29525" y="4046164"/>
            <a:ext cx="1695450" cy="414338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0999EE2A-D62B-0324-C069-47A1658E153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136909" y="4065506"/>
            <a:ext cx="1695450" cy="414338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809119A-704F-ED9C-2EEA-57DF91321B8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307366" y="4552627"/>
            <a:ext cx="1695450" cy="414338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>
                <a:latin typeface="DM Sans 14pt Light" pitchFamily="2" charset="77"/>
              </a:defRPr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AAD1F4F2-0D9B-DE8E-B860-DDC8AA1A622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714752" y="4552627"/>
            <a:ext cx="1695450" cy="414338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>
                <a:latin typeface="DM Sans 14pt Light" pitchFamily="2" charset="77"/>
              </a:defRPr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14D2B90E-83F5-D106-1683-9E17A0FBE0B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729525" y="4624521"/>
            <a:ext cx="1695450" cy="414338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>
                <a:latin typeface="DM Sans 14pt Light" pitchFamily="2" charset="77"/>
              </a:defRPr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4FF863D7-0E2B-4938-BB5E-EB344D41809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136909" y="4643863"/>
            <a:ext cx="1695450" cy="414338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>
                <a:latin typeface="DM Sans 14pt Light" pitchFamily="2" charset="77"/>
              </a:defRPr>
            </a:lvl1pPr>
          </a:lstStyle>
          <a:p>
            <a:pPr lvl="0"/>
            <a:r>
              <a:rPr lang="en-US"/>
              <a:t>Full Name</a:t>
            </a:r>
          </a:p>
        </p:txBody>
      </p:sp>
    </p:spTree>
    <p:extLst>
      <p:ext uri="{BB962C8B-B14F-4D97-AF65-F5344CB8AC3E}">
        <p14:creationId xmlns:p14="http://schemas.microsoft.com/office/powerpoint/2010/main" val="148790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34093-8331-9BBC-E459-5EE0EBBB3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4AD03-B788-D3CB-44EB-86AABC377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9C86F-ED46-A75A-C6C1-DBA0183A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81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1B062-B766-9540-65D5-38889E16B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E0CCE-F81C-7CB7-315C-E9343BF2AC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86D8E-163C-3520-9307-B34D77493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BF9DA-E70C-C554-0F1C-F66035508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07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BE429-C7ED-0DEE-3059-705BD6E12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78D72-420D-ABE7-4B6C-BB6165081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1D808-8161-AD4F-D9F8-B7EA99958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E8E3C9-BB26-383D-E416-587DF3753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680BC5-7D94-2C8B-07D6-9BCE639550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51DF3-7A67-0FC7-78A9-700319DB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58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650C-89E5-7CE1-D4B4-6BFEC9A54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D0206-CEEC-65C5-4703-CBFD1252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29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650C-89E5-7CE1-D4B4-6BFEC9A54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4616778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accent5"/>
                </a:solidFill>
              </a:defRPr>
            </a:lvl1pPr>
          </a:lstStyle>
          <a:p>
            <a:r>
              <a:rPr lang="en-US"/>
              <a:t>This is a big bold quote from one of our clients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D0206-CEEC-65C5-4703-CBFD1252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09D6D24-B7BA-6811-47CC-5627F737D6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35150" y="4290677"/>
            <a:ext cx="1080000" cy="1080000"/>
          </a:xfrm>
          <a:prstGeom prst="ellipse">
            <a:avLst/>
          </a:prstGeom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18BD5B-7D9D-D7E1-B1CE-9230C5BE12F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915150" y="4438031"/>
            <a:ext cx="1695450" cy="414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131E82A8-EDEA-385E-EE98-2053719C73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915150" y="4830677"/>
            <a:ext cx="1695450" cy="414338"/>
          </a:xfrm>
        </p:spPr>
        <p:txBody>
          <a:bodyPr/>
          <a:lstStyle>
            <a:lvl1pPr marL="0" indent="0">
              <a:buNone/>
              <a:defRPr b="0" i="0">
                <a:latin typeface="DM Sans 14pt Light" pitchFamily="2" charset="77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1486652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650C-89E5-7CE1-D4B4-6BFEC9A54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844675"/>
            <a:ext cx="10515600" cy="4029652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/>
              <a:t>This is a big bold quote from one of our clients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D0206-CEEC-65C5-4703-CBFD1252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31644E-E150-A072-34A4-6E0C50D628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338282"/>
            <a:ext cx="10550525" cy="13985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223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650C-89E5-7CE1-D4B4-6BFEC9A54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844675"/>
            <a:ext cx="10515600" cy="4029652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US"/>
              <a:t>This is a big bold quote from one of our clients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D0206-CEEC-65C5-4703-CBFD1252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31644E-E150-A072-34A4-6E0C50D628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338282"/>
            <a:ext cx="10550525" cy="13985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8FE2EEF-F284-7639-A279-577BE369E3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3161" y="3918239"/>
            <a:ext cx="2196000" cy="2197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0C64223-C5AB-25E2-C21D-0EE47370ED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66416" y="3918239"/>
            <a:ext cx="2196000" cy="2197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DA306D58-167C-33C8-9019-384CD0D5E3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19671" y="3918239"/>
            <a:ext cx="2196000" cy="21971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04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650C-89E5-7CE1-D4B4-6BFEC9A54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844674"/>
            <a:ext cx="10515600" cy="404350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r>
              <a:rPr lang="en-US"/>
              <a:t>This is a big bold quote from one of our clients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D0206-CEEC-65C5-4703-CBFD1252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918A77A-B31A-A9C8-8C11-68C35EC2F5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338282"/>
            <a:ext cx="10550525" cy="13985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 smtClean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dirty="0">
                <a:solidFill>
                  <a:schemeClr val="accent1"/>
                </a:solidFill>
                <a:latin typeface="Montserrat SemiBo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4651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4650C-89E5-7CE1-D4B4-6BFEC9A54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4616778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accent6"/>
                </a:solidFill>
              </a:defRPr>
            </a:lvl1pPr>
          </a:lstStyle>
          <a:p>
            <a:r>
              <a:rPr lang="en-US"/>
              <a:t>This is a big bold quote from one of our clients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D0206-CEEC-65C5-4703-CBFD1252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09D6D24-B7BA-6811-47CC-5627F737D6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35150" y="4290677"/>
            <a:ext cx="1080000" cy="1080000"/>
          </a:xfrm>
          <a:prstGeom prst="ellipse">
            <a:avLst/>
          </a:prstGeom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B18BD5B-7D9D-D7E1-B1CE-9230C5BE12F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915150" y="4438031"/>
            <a:ext cx="1695450" cy="414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Full Name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131E82A8-EDEA-385E-EE98-2053719C73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915150" y="4830677"/>
            <a:ext cx="1695450" cy="414338"/>
          </a:xfrm>
        </p:spPr>
        <p:txBody>
          <a:bodyPr/>
          <a:lstStyle>
            <a:lvl1pPr marL="0" indent="0">
              <a:buNone/>
              <a:defRPr b="0" i="0">
                <a:latin typeface="DM Sans 14pt Light" pitchFamily="2" charset="77"/>
              </a:defRPr>
            </a:lvl1pPr>
          </a:lstStyle>
          <a:p>
            <a:pPr lvl="0"/>
            <a:r>
              <a:rPr lang="en-US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1884932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8A8C3-43B3-03CB-37D3-C1167BC80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03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gradFill flip="none" rotWithShape="1">
          <a:gsLst>
            <a:gs pos="6000">
              <a:schemeClr val="accent1"/>
            </a:gs>
            <a:gs pos="100000">
              <a:schemeClr val="tx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8A8C3-43B3-03CB-37D3-C1167BC80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268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gradFill flip="none" rotWithShape="1">
          <a:gsLst>
            <a:gs pos="0">
              <a:schemeClr val="accent5"/>
            </a:gs>
            <a:gs pos="100000">
              <a:schemeClr val="tx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8A8C3-43B3-03CB-37D3-C1167BC80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2622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bg>
      <p:bgPr>
        <a:gradFill flip="none" rotWithShape="1">
          <a:gsLst>
            <a:gs pos="0">
              <a:schemeClr val="accent1">
                <a:lumMod val="90578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8A8C3-43B3-03CB-37D3-C1167BC80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47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8A8C3-43B3-03CB-37D3-C1167BC80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415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0047-1E1B-D808-1D61-E18AD7B61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1C911-9FA1-BDE4-8E77-15124374B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8F404-63B7-132D-99C5-5A78186AA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4847-8613-017D-943B-984B7FA2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135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1C14-1614-60FC-A211-E461A06C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A203A2-88AA-8C77-8D3E-743D8962B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27ED1-129B-6D5F-4321-7BF547EE5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0EFD-8E4C-944A-B488-98EB3586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60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54E84-48A7-A98F-DCAA-D69C77BA0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543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3D384-BBCD-A19B-91BF-F9B30C49B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44675"/>
            <a:ext cx="10515600" cy="433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D8487-8FD9-521A-C8FA-F8B0530BC1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accent4"/>
                </a:solidFill>
                <a:latin typeface="DM Sans 14pt" pitchFamily="2" charset="77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endParaRPr lang="en-US"/>
          </a:p>
        </p:txBody>
      </p:sp>
      <p:pic>
        <p:nvPicPr>
          <p:cNvPr id="11" name="Picture 10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60D868C-9E45-1253-F210-203FBC6FCAEF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alphaModFix amt="35000"/>
          </a:blip>
          <a:stretch>
            <a:fillRect/>
          </a:stretch>
        </p:blipFill>
        <p:spPr>
          <a:xfrm>
            <a:off x="194718" y="6418599"/>
            <a:ext cx="548873" cy="240626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A pink hexagon with black lines&#10;&#10;AI-generated content may be incorrect.">
            <a:extLst>
              <a:ext uri="{FF2B5EF4-FFF2-40B4-BE49-F238E27FC236}">
                <a16:creationId xmlns:a16="http://schemas.microsoft.com/office/drawing/2014/main" id="{2E686B02-0B54-9B61-A33A-7AF1D3D9728C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11445254" y="275466"/>
            <a:ext cx="597659" cy="597659"/>
          </a:xfrm>
          <a:prstGeom prst="rect">
            <a:avLst/>
          </a:prstGeom>
        </p:spPr>
      </p:pic>
      <p:sp>
        <p:nvSpPr>
          <p:cNvPr id="14" name="Slide Number Placeholder 11">
            <a:extLst>
              <a:ext uri="{FF2B5EF4-FFF2-40B4-BE49-F238E27FC236}">
                <a16:creationId xmlns:a16="http://schemas.microsoft.com/office/drawing/2014/main" id="{5F14EE1C-E987-7CAC-72A5-5EB7D431A20F}"/>
              </a:ext>
            </a:extLst>
          </p:cNvPr>
          <p:cNvSpPr txBox="1">
            <a:spLocks/>
          </p:cNvSpPr>
          <p:nvPr userDrawn="1"/>
        </p:nvSpPr>
        <p:spPr>
          <a:xfrm>
            <a:off x="11540013" y="6356349"/>
            <a:ext cx="40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623DB5-5376-EA4A-870C-34C4DDEA8B84}" type="slidenum">
              <a:rPr lang="en-US" smtClean="0">
                <a:latin typeface="DM Sans 14pt" pitchFamily="2" charset="77"/>
              </a:rPr>
              <a:pPr/>
              <a:t>‹#›</a:t>
            </a:fld>
            <a:endParaRPr lang="en-US">
              <a:latin typeface="DM Sans 14p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99925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0" r:id="rId2"/>
    <p:sldLayoutId id="2147483694" r:id="rId3"/>
    <p:sldLayoutId id="2147483650" r:id="rId4"/>
    <p:sldLayoutId id="2147483700" r:id="rId5"/>
    <p:sldLayoutId id="2147483691" r:id="rId6"/>
    <p:sldLayoutId id="2147483678" r:id="rId7"/>
    <p:sldLayoutId id="2147483695" r:id="rId8"/>
    <p:sldLayoutId id="2147483651" r:id="rId9"/>
    <p:sldLayoutId id="2147483652" r:id="rId10"/>
    <p:sldLayoutId id="2147483653" r:id="rId11"/>
    <p:sldLayoutId id="2147483654" r:id="rId12"/>
    <p:sldLayoutId id="2147483692" r:id="rId13"/>
    <p:sldLayoutId id="2147483701" r:id="rId14"/>
    <p:sldLayoutId id="2147483703" r:id="rId15"/>
    <p:sldLayoutId id="2147483702" r:id="rId16"/>
    <p:sldLayoutId id="2147483693" r:id="rId17"/>
    <p:sldLayoutId id="2147483655" r:id="rId18"/>
    <p:sldLayoutId id="2147483696" r:id="rId19"/>
    <p:sldLayoutId id="2147483697" r:id="rId20"/>
    <p:sldLayoutId id="2147483699" r:id="rId21"/>
    <p:sldLayoutId id="2147483698" r:id="rId22"/>
    <p:sldLayoutId id="2147483656" r:id="rId23"/>
    <p:sldLayoutId id="2147483657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accent1"/>
          </a:solidFill>
          <a:latin typeface="Montserrat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</a:buBlip>
        <a:defRPr sz="2400" b="0" i="0" kern="1200">
          <a:solidFill>
            <a:schemeClr val="tx1"/>
          </a:solidFill>
          <a:latin typeface="DM Sans 14pt" pitchFamily="2" charset="77"/>
          <a:ea typeface="Inter" panose="02000503000000020004" pitchFamily="2" charset="0"/>
          <a:cs typeface="Inter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</a:buBlip>
        <a:defRPr sz="2000" b="0" i="0" kern="1200">
          <a:solidFill>
            <a:schemeClr val="tx1"/>
          </a:solidFill>
          <a:latin typeface="DM Sans 14pt" pitchFamily="2" charset="77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</a:buBlip>
        <a:defRPr sz="1800" b="0" i="0" kern="1200">
          <a:solidFill>
            <a:schemeClr val="tx1"/>
          </a:solidFill>
          <a:latin typeface="DM Sans 14pt" pitchFamily="2" charset="77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</a:buBlip>
        <a:defRPr sz="1800" b="0" i="0" kern="1200">
          <a:solidFill>
            <a:schemeClr val="tx1"/>
          </a:solidFill>
          <a:latin typeface="DM Sans 14pt" pitchFamily="2" charset="77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</a:buBlip>
        <a:defRPr sz="1600" b="0" i="0" kern="1200">
          <a:solidFill>
            <a:schemeClr val="tx1"/>
          </a:solidFill>
          <a:latin typeface="DM Sans 14pt" pitchFamily="2" charset="77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174" userDrawn="1">
          <p15:clr>
            <a:srgbClr val="F26B43"/>
          </p15:clr>
        </p15:guide>
        <p15:guide id="4" orient="horz" pos="550" userDrawn="1">
          <p15:clr>
            <a:srgbClr val="F26B43"/>
          </p15:clr>
        </p15:guide>
        <p15:guide id="5" orient="horz" pos="210" userDrawn="1">
          <p15:clr>
            <a:srgbClr val="F26B43"/>
          </p15:clr>
        </p15:guide>
        <p15:guide id="6" pos="7680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8" orient="horz" pos="11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black background with pink dots&#10;&#10;AI-generated content may be incorrect.">
            <a:extLst>
              <a:ext uri="{FF2B5EF4-FFF2-40B4-BE49-F238E27FC236}">
                <a16:creationId xmlns:a16="http://schemas.microsoft.com/office/drawing/2014/main" id="{B583F446-D550-2C60-4097-E5B725F37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858000" cy="6858000"/>
          </a:xfrm>
          <a:prstGeom prst="rect">
            <a:avLst/>
          </a:prstGeom>
        </p:spPr>
      </p:pic>
      <p:pic>
        <p:nvPicPr>
          <p:cNvPr id="15" name="Picture 14" descr="A black background with pink dots&#10;&#10;AI-generated content may be incorrect.">
            <a:extLst>
              <a:ext uri="{FF2B5EF4-FFF2-40B4-BE49-F238E27FC236}">
                <a16:creationId xmlns:a16="http://schemas.microsoft.com/office/drawing/2014/main" id="{883C1D8E-E86E-762E-BE73-46ECE19F6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A51918-F9A4-3E08-23E3-EB178F694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7200" dirty="0"/>
              <a:t>Lumos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9D8880-2620-F4FB-50FE-58D94581FC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Assessment Center Presentation Template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E700BE-DEC1-B415-2C35-8890175238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08715" y="6356350"/>
            <a:ext cx="524479" cy="365125"/>
          </a:xfrm>
          <a:prstGeom prst="rect">
            <a:avLst/>
          </a:prstGeom>
        </p:spPr>
        <p:txBody>
          <a:bodyPr/>
          <a:lstStyle/>
          <a:p>
            <a:fld id="{777B4535-3FCB-194B-8628-80D28B32D103}" type="slidenum">
              <a:rPr lang="en-US" smtClean="0"/>
              <a:t>1</a:t>
            </a:fld>
            <a:endParaRPr lang="en-US"/>
          </a:p>
        </p:txBody>
      </p:sp>
      <p:pic>
        <p:nvPicPr>
          <p:cNvPr id="11" name="Picture 10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CC9CD137-0083-8C2E-4B0D-301EBC16F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6962" y="0"/>
            <a:ext cx="2379427" cy="104314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8EE3AEA-C3E1-AD14-F8F8-CA36C8FA83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112" y="3429000"/>
            <a:ext cx="9144000" cy="58819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Zenith</a:t>
            </a:r>
          </a:p>
        </p:txBody>
      </p:sp>
    </p:spTree>
    <p:extLst>
      <p:ext uri="{BB962C8B-B14F-4D97-AF65-F5344CB8AC3E}">
        <p14:creationId xmlns:p14="http://schemas.microsoft.com/office/powerpoint/2010/main" val="1901245648"/>
      </p:ext>
    </p:extLst>
  </p:cSld>
  <p:clrMapOvr>
    <a:masterClrMapping/>
  </p:clrMapOvr>
</p:sld>
</file>

<file path=ppt/theme/theme1.xml><?xml version="1.0" encoding="utf-8"?>
<a:theme xmlns:a="http://schemas.openxmlformats.org/drawingml/2006/main" name="Lumos main theme">
  <a:themeElements>
    <a:clrScheme name="Lumos Colors">
      <a:dk1>
        <a:srgbClr val="12064B"/>
      </a:dk1>
      <a:lt1>
        <a:srgbClr val="EEF0F2"/>
      </a:lt1>
      <a:dk2>
        <a:srgbClr val="0E2841"/>
      </a:dk2>
      <a:lt2>
        <a:srgbClr val="EEF0F2"/>
      </a:lt2>
      <a:accent1>
        <a:srgbClr val="E80072"/>
      </a:accent1>
      <a:accent2>
        <a:srgbClr val="12064B"/>
      </a:accent2>
      <a:accent3>
        <a:srgbClr val="280BCE"/>
      </a:accent3>
      <a:accent4>
        <a:srgbClr val="414141"/>
      </a:accent4>
      <a:accent5>
        <a:srgbClr val="B3ADD2"/>
      </a:accent5>
      <a:accent6>
        <a:srgbClr val="C99DB0"/>
      </a:accent6>
      <a:hlink>
        <a:srgbClr val="467886"/>
      </a:hlink>
      <a:folHlink>
        <a:srgbClr val="96607D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F111F083D73A5419FE22528E28A2712" ma:contentTypeVersion="18" ma:contentTypeDescription="Ein neues Dokument erstellen." ma:contentTypeScope="" ma:versionID="93c251434189864e466509373cac2496">
  <xsd:schema xmlns:xsd="http://www.w3.org/2001/XMLSchema" xmlns:xs="http://www.w3.org/2001/XMLSchema" xmlns:p="http://schemas.microsoft.com/office/2006/metadata/properties" xmlns:ns2="e92156f5-247e-45a6-a807-9e9922d34555" xmlns:ns3="cea3e9ea-33ed-430f-a910-2edc2d7a5bd3" targetNamespace="http://schemas.microsoft.com/office/2006/metadata/properties" ma:root="true" ma:fieldsID="094e832184edb820f74aa24b2c90162c" ns2:_="" ns3:_="">
    <xsd:import namespace="e92156f5-247e-45a6-a807-9e9922d34555"/>
    <xsd:import namespace="cea3e9ea-33ed-430f-a910-2edc2d7a5b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2156f5-247e-45a6-a807-9e9922d34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c57867d5-900e-4074-ade7-4bf7c51dbe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a3e9ea-33ed-430f-a910-2edc2d7a5bd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84a7e26-5ab3-48e7-bb79-c905ca3b4937}" ma:internalName="TaxCatchAll" ma:showField="CatchAllData" ma:web="cea3e9ea-33ed-430f-a910-2edc2d7a5b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2156f5-247e-45a6-a807-9e9922d34555">
      <Terms xmlns="http://schemas.microsoft.com/office/infopath/2007/PartnerControls"/>
    </lcf76f155ced4ddcb4097134ff3c332f>
    <TaxCatchAll xmlns="cea3e9ea-33ed-430f-a910-2edc2d7a5bd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18AA24-5DF3-43A3-87E3-388FE3C05D4C}">
  <ds:schemaRefs>
    <ds:schemaRef ds:uri="cea3e9ea-33ed-430f-a910-2edc2d7a5bd3"/>
    <ds:schemaRef ds:uri="e92156f5-247e-45a6-a807-9e9922d345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DA6F9C4-2D13-4EFB-A3F6-36B72ADD08CE}">
  <ds:schemaRefs>
    <ds:schemaRef ds:uri="cea3e9ea-33ed-430f-a910-2edc2d7a5bd3"/>
    <ds:schemaRef ds:uri="e92156f5-247e-45a6-a807-9e9922d345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2EB3BDB-C03C-4056-B236-09FA85AE48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DM Sans 14pt</vt:lpstr>
      <vt:lpstr>DM Sans 14pt Light</vt:lpstr>
      <vt:lpstr>Inter Light</vt:lpstr>
      <vt:lpstr>Montserrat</vt:lpstr>
      <vt:lpstr>Montserrat SemiBold</vt:lpstr>
      <vt:lpstr>Lumos main theme</vt:lpstr>
      <vt:lpstr>Lumos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Wiener Stadtwerke</dc:title>
  <dc:creator>Gerhard Karbeutz</dc:creator>
  <cp:lastModifiedBy>Kirill Medovshchikov</cp:lastModifiedBy>
  <cp:revision>25</cp:revision>
  <dcterms:created xsi:type="dcterms:W3CDTF">2025-07-18T16:25:22Z</dcterms:created>
  <dcterms:modified xsi:type="dcterms:W3CDTF">2026-03-22T09:58:39Z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0x010100EF111F083D73A5419FE22528E28A2712</vt:lpwstr>
  </property>
  <property fmtid="{D5CDD505-2E9C-101B-9397-08002B2CF9AE}" pid="3" name="MediaServiceImageTags">
    <vt:lpwstr/>
  </property>
</Properties>
</file>